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Jak przygotować bazę wiedzy dla asystenta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Materiał testowy projektu Gemini Notebook Builder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Trzy błędy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Nadmiar</a:t>
            </a:r>
          </a:p>
          <a:p>
            <a:r>
              <a:t>Nadgorliwe usuwanie</a:t>
            </a:r>
          </a:p>
          <a:p>
            <a:r>
              <a:t>Utrata pochodzenia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