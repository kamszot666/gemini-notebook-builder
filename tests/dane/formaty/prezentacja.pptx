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pl-PL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Kliknij, aby przesunąć slajd</a:t>
            </a:r>
            <a:endParaRPr lang="pl-PL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Kliknij, aby edytować format notatek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&lt;główka&gt;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&lt;data/godzina&gt;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768368E-38EB-4D0E-9A19-0723DEEACD0C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&lt;numer&gt;</a:t>
            </a:fld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 txBox="1"/>
          <p:nvPr/>
        </p:nvSpPr>
        <p:spPr>
          <a:xfrm>
            <a:off x="360000" y="360000"/>
            <a:ext cx="3600000" cy="36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Powiedz o pancerzu.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omyśln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pl-PL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52238B-F842-4D14-8DAA-8FF43CCA85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omyśln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475094-1784-4034-B9A0-D6592A3E582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pl-PL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pl-PL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Kliknij, aby edytować format tekstu tytułu</a:t>
            </a:r>
            <a:endParaRPr lang="pl-PL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l-PL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l-PL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l-PL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Kliknij, aby edytować format tekstu konspektu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Drugi poziom konspektu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Trzeci poziom konspektu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Czwarty poziom konspektu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Piąty poziom konspektu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Szósty poziom konspektu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Siódmy poziom konspektu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&lt;data/godzina&gt;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2951CA7-7735-44CB-AD98-2B5DED4DA992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&lt;numer&gt;</a:t>
            </a:fld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 txBox="1"/>
          <p:nvPr/>
        </p:nvSpPr>
        <p:spPr>
          <a:xfrm>
            <a:off x="360000" y="36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Wprowadzenie do żółwi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360000" y="1800000"/>
            <a:ext cx="7200000" cy="36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Pancerz chroni żółwia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Żyją bardzo długo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 txBox="1"/>
          <p:nvPr/>
        </p:nvSpPr>
        <p:spPr>
          <a:xfrm>
            <a:off x="360000" y="36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Podsumowanie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360000" y="1800000"/>
            <a:ext cx="7200000" cy="36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Dziękuję za uwagę.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LibreOffice/26.2.5.2$Windows_X86_64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pl-PL</dc:language>
  <cp:lastModifiedBy/>
  <cp:revision>0</cp:revision>
  <dc:subject/>
  <dc:title/>
</cp:coreProperties>
</file>